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Start → End</a:t>
            </a:r>
            <a:br/>
            <a:r>
              <a:rPr/>
              <a:t>- Students begin with gaps in knowledge</a:t>
            </a:r>
            <a:br/>
            <a:r>
              <a:rPr/>
              <a:t>- Our goal: help them transform gaps into genuine gains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“So the question is: which story do we want to write in our classrooms?”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Students:</a:t>
            </a:r>
            <a:br/>
            <a:r>
              <a:rPr/>
              <a:t>- Practice professional conversations</a:t>
            </a:r>
            <a:br/>
            <a:r>
              <a:rPr/>
              <a:t>- Role-play difficult scenarios</a:t>
            </a:r>
            <a:br/>
            <a:r>
              <a:rPr/>
              <a:t>- Get instant feedback</a:t>
            </a:r>
            <a:br/>
            <a:r>
              <a:rPr/>
              <a:t>- Build confidence safely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Lecturers:</a:t>
            </a:r>
            <a:br/>
            <a:r>
              <a:rPr/>
              <a:t>- Create custom scenarios</a:t>
            </a:r>
            <a:br/>
            <a:r>
              <a:rPr/>
              <a:t>- Track common struggles</a:t>
            </a:r>
            <a:br/>
            <a:r>
              <a:rPr/>
              <a:t>- Provide targeted support</a:t>
            </a:r>
            <a:br/>
            <a:r>
              <a:rPr/>
              <a:t>- </a:t>
            </a:r>
            <a:r>
              <a:rPr b="1"/>
              <a:t>Value:</a:t>
            </a:r>
            <a:r>
              <a:rPr/>
              <a:t> Fail safely, learn, try again — no real-world consequences.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upload:</a:t>
            </a:r>
            <a:br/>
            <a:r>
              <a:rPr/>
              <a:t>- Student evaluations</a:t>
            </a:r>
            <a:br/>
            <a:r>
              <a:rPr/>
              <a:t>- Unit surveys</a:t>
            </a:r>
            <a:br/>
            <a:r>
              <a:rPr/>
              <a:t>- Mid-semester reviews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Insight Lens finds:</a:t>
            </a:r>
            <a:br/>
            <a:r>
              <a:rPr/>
              <a:t>- Common themes</a:t>
            </a:r>
            <a:br/>
            <a:r>
              <a:rPr/>
              <a:t>- Hidden patterns</a:t>
            </a:r>
            <a:br/>
            <a:r>
              <a:rPr/>
              <a:t>- Specific improvements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Value:</a:t>
            </a:r>
            <a:r>
              <a:rPr/>
              <a:t> Your expertise + data insights = better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Reassure without lecturing. Keep it short, confident, balanced.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Guidance on </a:t>
            </a:r>
            <a:r>
              <a:rPr b="1"/>
              <a:t>safe use &amp; policy</a:t>
            </a:r>
            <a:br/>
          </a:p>
          <a:p>
            <a:pPr lvl="0" indent="0" marL="0">
              <a:buNone/>
            </a:pPr>
          </a:p>
          <a:p>
            <a:pPr lvl="0"/>
            <a:r>
              <a:rPr b="1"/>
              <a:t>Practical demos</a:t>
            </a:r>
            <a:r>
              <a:rPr/>
              <a:t> &amp; workshops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Help with </a:t>
            </a:r>
            <a:r>
              <a:rPr b="1"/>
              <a:t>curriculum integration</a:t>
            </a:r>
            <a:br/>
          </a:p>
          <a:p>
            <a:pPr lvl="0" indent="0" marL="0">
              <a:buNone/>
            </a:pPr>
          </a:p>
          <a:p>
            <a:pPr lvl="0"/>
            <a:r>
              <a:rPr b="1"/>
              <a:t>Tools &amp; resource</a:t>
            </a:r>
            <a:r>
              <a:rPr/>
              <a:t> curation</a:t>
            </a:r>
            <a:br/>
          </a:p>
          <a:p>
            <a:pPr lvl="0" indent="0" marL="0">
              <a:buNone/>
            </a:pPr>
          </a:p>
          <a:p>
            <a:pPr lvl="0"/>
            <a:r>
              <a:rPr b="1"/>
              <a:t>One-to-one support</a:t>
            </a:r>
            <a:r>
              <a:rPr/>
              <a:t> for teaching/assessment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Research support (e.g. transcription, analysis, writing)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Other (open text)</a:t>
            </a:r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ichaelborck.education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ichaelborck.education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Gaps to Gains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Applications for Teaching and Learning</a:t>
            </a:r>
            <a:br/>
            <a:br/>
            <a:r>
              <a:rPr/>
              <a:t>Michael – AI Facilitator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2025-01-01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Companion Website</a:t>
            </a:r>
          </a:p>
        </p:txBody>
      </p:sp>
      <p:pic>
        <p:nvPicPr>
          <p:cNvPr descr="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242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https://michaelborck.education/ai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From Gaps to Gains</a:t>
            </a:r>
            <a:r>
              <a:rPr/>
              <a:t> — setting the scene</a:t>
            </a:r>
            <a:br/>
          </a:p>
          <a:p>
            <a:pPr lvl="0"/>
            <a:r>
              <a:rPr b="1"/>
              <a:t>Talk Buddy</a:t>
            </a:r>
            <a:r>
              <a:rPr/>
              <a:t> — student practice with feedback</a:t>
            </a:r>
            <a:br/>
          </a:p>
          <a:p>
            <a:pPr lvl="0"/>
            <a:r>
              <a:rPr b="1"/>
              <a:t>Insight Lens</a:t>
            </a:r>
            <a:r>
              <a:rPr/>
              <a:t> — turning surveys into action</a:t>
            </a:r>
            <a:br/>
          </a:p>
          <a:p>
            <a:pPr lvl="0"/>
            <a:r>
              <a:rPr b="1"/>
              <a:t>Quick Win</a:t>
            </a:r>
            <a:r>
              <a:rPr/>
              <a:t> — FAQ → interactive quiz</a:t>
            </a:r>
            <a:br/>
          </a:p>
          <a:p>
            <a:pPr lvl="0"/>
            <a:r>
              <a:rPr b="1"/>
              <a:t>Discussion &amp; Concerns</a:t>
            </a:r>
            <a:r>
              <a:rPr/>
              <a:t> — practical realities</a:t>
            </a:r>
            <a:br/>
          </a:p>
          <a:p>
            <a:pPr lvl="0"/>
            <a:r>
              <a:rPr b="1"/>
              <a:t>Closing Reflection</a:t>
            </a:r>
            <a:r>
              <a:rPr/>
              <a:t> — where do we go from here?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Gaps to Gains</a:t>
            </a:r>
          </a:p>
        </p:txBody>
      </p:sp>
      <p:pic>
        <p:nvPicPr>
          <p:cNvPr descr="gaps-to-gain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244600"/>
            <a:ext cx="8229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Gaps-to-Gains: Start -&gt; End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Talk Buddy — Conversation Practice</a:t>
            </a:r>
          </a:p>
        </p:txBody>
      </p:sp>
      <p:pic>
        <p:nvPicPr>
          <p:cNvPr descr="./talk-budd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90800" y="1193800"/>
            <a:ext cx="3962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Talk Buddy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Real Impact</a:t>
            </a:r>
          </a:p>
          <a:p>
            <a:pPr lvl="0" indent="0" marL="1270000">
              <a:buNone/>
            </a:pPr>
            <a:r>
              <a:rPr sz="2000" i="1"/>
              <a:t>“I practiced breaking bad news 10 times before placement. I felt prepared instead of terrified.”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Insight Lens — Your Feedback, Actionable</a:t>
            </a:r>
          </a:p>
        </p:txBody>
      </p:sp>
      <p:pic>
        <p:nvPicPr>
          <p:cNvPr descr="./insight-len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143000" y="1193800"/>
            <a:ext cx="684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Insight Lens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Win: Static → Interactive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2 minutes:</a:t>
            </a:r>
            <a:br/>
            <a:r>
              <a:rPr/>
              <a:t>1. Take an FAQ or worksheet</a:t>
            </a:r>
            <a:br/>
            <a:r>
              <a:rPr/>
              <a:t>2. Ask AI to make a interactive web page 3. Upload to Blackboard</a:t>
            </a:r>
            <a:br/>
            <a:r>
              <a:rPr/>
              <a:t>4. Students interact, save locally</a:t>
            </a:r>
          </a:p>
          <a:p>
            <a:pPr lvl="0" indent="0" marL="0">
              <a:buNone/>
            </a:pPr>
            <a:r>
              <a:rPr i="1"/>
              <a:t>“No programming required — copy template, swap questions, done.”</a:t>
            </a:r>
          </a:p>
          <a:p>
            <a:pPr lvl="0" indent="0" marL="1270000">
              <a:buNone/>
            </a:pPr>
            <a:r>
              <a:rPr sz="2000" b="1"/>
              <a:t>Privacy First</a:t>
            </a:r>
          </a:p>
          <a:p>
            <a:pPr lvl="0" indent="0" marL="1270000">
              <a:buNone/>
            </a:pPr>
            <a:r>
              <a:rPr sz="2000"/>
              <a:t>Runs in the browser. No logins. No data leaves the device.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Concerns — Quick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Plagiarism?</a:t>
            </a:r>
            <a:r>
              <a:rPr/>
              <a:t> → Use AI as </a:t>
            </a:r>
            <a:r>
              <a:rPr i="1"/>
              <a:t>editor</a:t>
            </a:r>
            <a:r>
              <a:rPr/>
              <a:t> + require transparency</a:t>
            </a:r>
            <a:br/>
          </a:p>
          <a:p>
            <a:pPr lvl="0"/>
            <a:r>
              <a:rPr b="1"/>
              <a:t>Lazy students?</a:t>
            </a:r>
            <a:r>
              <a:rPr/>
              <a:t> → Design critique &amp; reflection tasks</a:t>
            </a:r>
            <a:br/>
          </a:p>
          <a:p>
            <a:pPr lvl="0"/>
            <a:r>
              <a:rPr b="1"/>
              <a:t>Replace teachers?</a:t>
            </a:r>
            <a:r>
              <a:rPr/>
              <a:t> → No — AI handles routine, we do relationships</a:t>
            </a:r>
            <a:br/>
          </a:p>
          <a:p>
            <a:pPr lvl="0"/>
            <a:r>
              <a:rPr b="1"/>
              <a:t>Data privacy?</a:t>
            </a:r>
            <a:r>
              <a:rPr/>
              <a:t> → Use safe tools, no sensitive data in consumer AI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Beyond Today: Other Tools in the Toolkit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CloudCore</a:t>
            </a:r>
            <a:r>
              <a:rPr/>
              <a:t> – Scenario-based teaching platform</a:t>
            </a:r>
            <a:br/>
          </a:p>
          <a:p>
            <a:pPr lvl="0"/>
            <a:r>
              <a:rPr b="1"/>
              <a:t>FeedForward</a:t>
            </a:r>
            <a:r>
              <a:rPr/>
              <a:t> – Structured learning from feedback</a:t>
            </a:r>
            <a:br/>
          </a:p>
          <a:p>
            <a:pPr lvl="0"/>
            <a:r>
              <a:rPr b="1"/>
              <a:t>Curriculum Curator</a:t>
            </a:r>
            <a:r>
              <a:rPr/>
              <a:t> – AI-assisted course design</a:t>
            </a:r>
            <a:br/>
          </a:p>
          <a:p>
            <a:pPr lvl="0"/>
            <a:r>
              <a:rPr b="1"/>
              <a:t>Study Buddy</a:t>
            </a:r>
            <a:r>
              <a:rPr/>
              <a:t> – Offline AI tutor</a:t>
            </a:r>
            <a:br/>
          </a:p>
          <a:p>
            <a:pPr lvl="0"/>
            <a:r>
              <a:rPr b="1"/>
              <a:t>TechNova-Sim</a:t>
            </a:r>
            <a:r>
              <a:rPr/>
              <a:t> – Cybersecurity simulation</a:t>
            </a:r>
            <a:br/>
          </a:p>
          <a:p>
            <a:pPr lvl="0"/>
            <a:r>
              <a:rPr b="1"/>
              <a:t>Critique Quest</a:t>
            </a:r>
            <a:r>
              <a:rPr/>
              <a:t> – AI-powered case studies</a:t>
            </a:r>
          </a:p>
          <a:p>
            <a:pPr lvl="0" indent="0" marL="0">
              <a:buNone/>
            </a:pPr>
            <a:r>
              <a:rPr/>
              <a:t>Explore more: </a:t>
            </a:r>
            <a:r>
              <a:rPr>
                <a:hlinkClick r:id="rId2"/>
              </a:rPr>
              <a:t>michaelborck.education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Beyond Teaching: AI in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can also support research practice:</a:t>
            </a:r>
          </a:p>
          <a:p>
            <a:pPr lvl="0"/>
            <a:r>
              <a:rPr b="1"/>
              <a:t>Audio transcription &amp; thematic analysis</a:t>
            </a:r>
            <a:r>
              <a:rPr/>
              <a:t> (Otter-style tools)</a:t>
            </a:r>
            <a:br/>
          </a:p>
          <a:p>
            <a:pPr lvl="0"/>
            <a:r>
              <a:rPr b="1"/>
              <a:t>Literature review assistance</a:t>
            </a:r>
            <a:r>
              <a:rPr/>
              <a:t> (search, summarise, compare)</a:t>
            </a:r>
            <a:br/>
          </a:p>
          <a:p>
            <a:pPr lvl="0"/>
            <a:r>
              <a:rPr b="1"/>
              <a:t>Data handling &amp; visualisation</a:t>
            </a:r>
            <a:r>
              <a:rPr/>
              <a:t> (survey analysis, charting)</a:t>
            </a:r>
            <a:br/>
          </a:p>
          <a:p>
            <a:pPr lvl="0"/>
            <a:r>
              <a:rPr b="1"/>
              <a:t>Drafting &amp; editing support</a:t>
            </a:r>
            <a:r>
              <a:rPr/>
              <a:t> (grants, papers, reviews)</a:t>
            </a:r>
          </a:p>
          <a:p>
            <a:pPr lvl="0" indent="0" marL="0">
              <a:buNone/>
            </a:pPr>
            <a:r>
              <a:rPr/>
              <a:t>Should the AI Facilitator role extend to </a:t>
            </a:r>
            <a:r>
              <a:rPr b="1"/>
              <a:t>research support</a:t>
            </a:r>
            <a:r>
              <a:rPr/>
              <a:t>?</a:t>
            </a:r>
            <a:br/>
            <a:r>
              <a:rPr/>
              <a:t>Add your view in the poll.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Shaping Our Support</a:t>
            </a:r>
          </a:p>
        </p:txBody>
      </p:sp>
      <p:pic>
        <p:nvPicPr>
          <p:cNvPr descr="pol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1242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Poll open for the next few days — your input will shape how this role develops.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isn’t about replacing educators —</a:t>
            </a:r>
            <a:br/>
            <a:r>
              <a:rPr/>
              <a:t>it’s about amplifying teaching and learning.</a:t>
            </a:r>
          </a:p>
          <a:p>
            <a:pPr lvl="0" indent="0" marL="0">
              <a:buNone/>
            </a:pPr>
            <a:r>
              <a:rPr b="1"/>
              <a:t>So the real question is:</a:t>
            </a:r>
            <a:br/>
            <a:r>
              <a:rPr/>
              <a:t>How do </a:t>
            </a:r>
            <a:r>
              <a:rPr i="1"/>
              <a:t>we</a:t>
            </a:r>
            <a:r>
              <a:rPr/>
              <a:t> take our students from gaps… to gains?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feels most relevant for your teaching?</a:t>
            </a:r>
          </a:p>
          <a:p>
            <a:pPr lvl="0"/>
            <a:r>
              <a:rPr/>
              <a:t>Try the </a:t>
            </a:r>
            <a:r>
              <a:rPr b="1"/>
              <a:t>FAQ → quiz</a:t>
            </a:r>
            <a:r>
              <a:rPr/>
              <a:t> activity</a:t>
            </a:r>
            <a:br/>
          </a:p>
          <a:p>
            <a:pPr lvl="0"/>
            <a:r>
              <a:rPr/>
              <a:t>Experiment with </a:t>
            </a:r>
            <a:r>
              <a:rPr b="1"/>
              <a:t>Talk Buddy</a:t>
            </a:r>
            <a:r>
              <a:rPr/>
              <a:t> or </a:t>
            </a:r>
            <a:r>
              <a:rPr b="1"/>
              <a:t>Insight Lens</a:t>
            </a:r>
            <a:br/>
          </a:p>
          <a:p>
            <a:pPr lvl="0"/>
            <a:r>
              <a:rPr/>
              <a:t>Explore more at </a:t>
            </a:r>
            <a:r>
              <a:rPr>
                <a:hlinkClick r:id="rId2"/>
              </a:rPr>
              <a:t>michaelborck.education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Gaps to Gains</dc:title>
  <dc:creator>Michael – AI Facilitator</dc:creator>
  <cp:keywords/>
  <dcterms:created xsi:type="dcterms:W3CDTF">2025-08-27T01:42:37Z</dcterms:created>
  <dcterms:modified xsi:type="dcterms:W3CDTF">2025-08-27T01:42:37Z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2025-01-01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Practical Applications for Teaching and Learning</vt:lpwstr>
  </property>
  <property fmtid="{D5CDD505-2E9C-101B-9397-08002B2CF9AE}" pid="11" name="toc-title">
    <vt:lpwstr>Table of contents</vt:lpwstr>
  </property>
</Properties>
</file>